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Slides/notesSlide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elId0"/>
    <p:sldId id="258" r:id="RelId1"/>
    <p:sldId id="259" r:id="RelId2"/>
    <p:sldId id="260" r:id="RelId3"/>
    <p:sldId id="261" r:id="RelId4"/>
    <p:sldId id="262" r:id="RelId5"/>
    <p:sldId id="263" r:id="Rel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80" autoAdjust="0"/>
    <p:restoredTop sz="86410" autoAdjust="0"/>
  </p:normalViewPr>
  <p:slideViewPr>
    <p:cSldViewPr snapToGrid="0" snapToObjects="1">
      <p:cViewPr varScale="1">
        <p:scale>
          <a:sx n="72" d="100"/>
          <a:sy n="72" d="100"/>
        </p:scale>
        <p:origin x="84" y="7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3" /><Relationship Type="http://schemas.openxmlformats.org/officeDocument/2006/relationships/slide" Target="slides/slide1.xml" Id="rId2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6" /><Relationship Type="http://schemas.openxmlformats.org/officeDocument/2006/relationships/theme" Target="theme/theme1.xml" Id="rId5" /><Relationship Type="http://schemas.openxmlformats.org/officeDocument/2006/relationships/viewProps" Target="viewProps.xml" Id="rId4" /><Relationship Type="http://schemas.openxmlformats.org/officeDocument/2006/relationships/slide" Target="/ppt/slides/slide2.xml" Id="RelId0" /><Relationship Type="http://schemas.openxmlformats.org/officeDocument/2006/relationships/slide" Target="/ppt/slides/slide3.xml" Id="RelId1" /><Relationship Type="http://schemas.openxmlformats.org/officeDocument/2006/relationships/slide" Target="/ppt/slides/slide4.xml" Id="RelId2" /><Relationship Type="http://schemas.openxmlformats.org/officeDocument/2006/relationships/slide" Target="/ppt/slides/slide5.xml" Id="RelId3" /><Relationship Type="http://schemas.openxmlformats.org/officeDocument/2006/relationships/slide" Target="/ppt/slides/slide6.xml" Id="RelId4" /><Relationship Type="http://schemas.openxmlformats.org/officeDocument/2006/relationships/slide" Target="/ppt/slides/slide7.xml" Id="RelId5" /><Relationship Type="http://schemas.openxmlformats.org/officeDocument/2006/relationships/slide" Target="/ppt/slides/slide8.xml" Id="RelId6" /></Relationships>
</file>

<file path=ppt/notesSlides/notesSlide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 Customer 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 Total profit 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 product 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VAL-ORD-SUBCATG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Top 10 products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Side Bar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Monthly Revenue Trend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 of profit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 Total Revenue 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Monthly Orders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Logo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Monthly Revenue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 of Revenue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 Filter 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VAL-RET-SUBCATG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 Total orders 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 of orders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Orders by Category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return BG-SUBCAT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Monthly Returns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 box-ret-SUBCAT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 Dashboard 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 of returnrate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 Total Returns 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ORders BG-SUBCAT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Map 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Reset 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 box-orders-SUBCAT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 Customer 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azureMap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 product 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 Dashboard 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azureMap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Map 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Map 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 Dashboard 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 product 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Numerical paramater 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lineChart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Report summary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area chart date - selction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 Customer 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Monthly Orders vs. Target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 product 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Monthly Revenue vs. Target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Monthly Profit  vs. Target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Field pamter 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Total Customers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revenue by top customer 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Top customer 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Top 100 Customers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 Customer 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 Revenue  per customer 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 Orders by Income Level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Reset 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orders by top customers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 product 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Unique Customer 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Map 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 Dashboard 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lineChart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 Orders by Occupation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Ask Questions About Business Performance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decompositionTreeVisual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keyDriversVisual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../media/image1.png" Id="rId2" /><Relationship Type="http://schemas.openxmlformats.org/officeDocument/2006/relationships/slideLayout" Target="../slideLayouts/slideLayout7.xml" Id="rId1" /><Relationship Type="http://schemas.openxmlformats.org/officeDocument/2006/relationships/image" Target="../media/image3.png" Id="rId5" /><Relationship Type="http://schemas.openxmlformats.org/officeDocument/2006/relationships/image" Target="../media/image2.png" Id="rId4" /><Relationship Type="http://schemas.openxmlformats.org/officeDocument/2006/relationships/hyperlink" Target="https://app.powerbi.com/groups/me/reports/fa9dd103-b28b-4bec-93fb-be769ba79971?pbi_source=PowerPoint" TargetMode="External" Id="coverSlideHpLink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notesSlide" Target="/ppt/notesSlides/notesSlide.xml" Id="Rdfaeefd821794da6" /><Relationship Type="http://schemas.openxmlformats.org/officeDocument/2006/relationships/slideLayout" Target="/ppt/slideLayouts/slideLayout8.xml" Id="Rb89d1d32d2f94d17" /><Relationship Type="http://schemas.openxmlformats.org/officeDocument/2006/relationships/hyperlink" Target="https://app.powerbi.com/groups/me/reports/fa9dd103-b28b-4bec-93fb-be769ba79971/?pbi_source=PowerPoint" TargetMode="External" Id="RelId0" /><Relationship Type="http://schemas.openxmlformats.org/officeDocument/2006/relationships/image" Target="/ppt/media/image4.png" Id="imgId5883180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notesSlide" Target="/ppt/notesSlides/notesSlide2.xml" Id="R1ba9cdde3c804d10" /><Relationship Type="http://schemas.openxmlformats.org/officeDocument/2006/relationships/slideLayout" Target="/ppt/slideLayouts/slideLayout8.xml" Id="R1e6ffa07935a4f80" /><Relationship Type="http://schemas.openxmlformats.org/officeDocument/2006/relationships/hyperlink" Target="https://app.powerbi.com/groups/me/reports/fa9dd103-b28b-4bec-93fb-be769ba79971/?pbi_source=PowerPoint" TargetMode="External" Id="RelId1" /><Relationship Type="http://schemas.openxmlformats.org/officeDocument/2006/relationships/image" Target="/ppt/media/image5.png" Id="imgId5883180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notesSlide" Target="/ppt/notesSlides/notesSlide3.xml" Id="R0934ab55cc074e53" /><Relationship Type="http://schemas.openxmlformats.org/officeDocument/2006/relationships/slideLayout" Target="/ppt/slideLayouts/slideLayout8.xml" Id="R39ca575833374909" /><Relationship Type="http://schemas.openxmlformats.org/officeDocument/2006/relationships/hyperlink" Target="https://app.powerbi.com/groups/me/reports/fa9dd103-b28b-4bec-93fb-be769ba79971/?pbi_source=PowerPoint" TargetMode="External" Id="RelId2" /><Relationship Type="http://schemas.openxmlformats.org/officeDocument/2006/relationships/image" Target="/ppt/media/image6.png" Id="imgId5883180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notesSlide" Target="/ppt/notesSlides/notesSlide4.xml" Id="Radd342664d6345ad" /><Relationship Type="http://schemas.openxmlformats.org/officeDocument/2006/relationships/slideLayout" Target="/ppt/slideLayouts/slideLayout8.xml" Id="R36a63a9cd652481c" /><Relationship Type="http://schemas.openxmlformats.org/officeDocument/2006/relationships/hyperlink" Target="https://app.powerbi.com/groups/me/reports/fa9dd103-b28b-4bec-93fb-be769ba79971/?pbi_source=PowerPoint" TargetMode="External" Id="RelId3" /><Relationship Type="http://schemas.openxmlformats.org/officeDocument/2006/relationships/image" Target="/ppt/media/image7.png" Id="imgId58831807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notesSlide" Target="/ppt/notesSlides/notesSlide5.xml" Id="R5689ee9d513a49b4" /><Relationship Type="http://schemas.openxmlformats.org/officeDocument/2006/relationships/slideLayout" Target="/ppt/slideLayouts/slideLayout8.xml" Id="R3a6d01e0e59841d9" /><Relationship Type="http://schemas.openxmlformats.org/officeDocument/2006/relationships/hyperlink" Target="https://app.powerbi.com/groups/me/reports/fa9dd103-b28b-4bec-93fb-be769ba79971/?pbi_source=PowerPoint" TargetMode="External" Id="RelId4" /><Relationship Type="http://schemas.openxmlformats.org/officeDocument/2006/relationships/image" Target="/ppt/media/image8.png" Id="imgId5883180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notesSlide" Target="/ppt/notesSlides/notesSlide6.xml" Id="R0e11e27cabca4fae" /><Relationship Type="http://schemas.openxmlformats.org/officeDocument/2006/relationships/slideLayout" Target="/ppt/slideLayouts/slideLayout8.xml" Id="R00c72fa47ffa4db2" /><Relationship Type="http://schemas.openxmlformats.org/officeDocument/2006/relationships/hyperlink" Target="https://app.powerbi.com/groups/me/reports/fa9dd103-b28b-4bec-93fb-be769ba79971/?pbi_source=PowerPoint" TargetMode="External" Id="RelId5" /><Relationship Type="http://schemas.openxmlformats.org/officeDocument/2006/relationships/image" Target="/ppt/media/image9.png" Id="imgId58831806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notesSlide" Target="/ppt/notesSlides/notesSlide7.xml" Id="R18157a90aeb942be" /><Relationship Type="http://schemas.openxmlformats.org/officeDocument/2006/relationships/slideLayout" Target="/ppt/slideLayouts/slideLayout8.xml" Id="R2041a8a952284e70" /><Relationship Type="http://schemas.openxmlformats.org/officeDocument/2006/relationships/hyperlink" Target="https://app.powerbi.com/groups/me/reports/fa9dd103-b28b-4bec-93fb-be769ba79971/?pbi_source=PowerPoint" TargetMode="External" Id="RelId6" /><Relationship Type="http://schemas.openxmlformats.org/officeDocument/2006/relationships/image" Target="/ppt/media/imagea.png" Id="imgId588318064" /></Relationships>
</file>

<file path=ppt/slides/slide1.xml><?xml version="1.0" encoding="utf-8"?>
<p:sld xmlns:adec="http://schemas.microsoft.com/office/drawing/2017/decorative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810584" y="2982149"/>
            <a:ext cx="6314017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AdventureWorks-Projects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3C910"/>
              </a:solidFill>
              <a:effectLst/>
              <a:uLnTx/>
              <a:uFillTx/>
              <a:latin typeface="Segoe UI Light" charset="0"/>
              <a:ea typeface="Segoe UI Light" charset="0"/>
              <a:cs typeface="Segoe UI Light" charset="0"/>
            </a:endParaRP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hlinkClick r:id="coverSlideHpLink"/>
              </a:rPr>
              <a:t>View in Power BI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17/02/2026 21:55:56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17/02/2026 21:37:19 UTC</a:t>
            </a:r>
            <a:endParaRPr lang="en-US" sz="900" b="0" i="0" dirty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 Customer Button , Total profit Card , product Button ,VAL-ORD-SUBCATG ,Top 10 products ,Side Bar ,Monthly Revenue Trend ,Shape of profit ,actionButton , Total Revenue Card ,Monthly Orders ,Logo ,Monthly Revenue ,Shape of Revenue , Filter Button ,VAL-RET-SUBCATG , Total orders Card ,Shape of orders ,Orders by Category ,slicer ,slicer ,return BG-SUBCAT ,Monthly Returns ,Text box-ret-SUBCAT , Dashboard Button ,Shape of returnrate , Total Returns Card ,ORders BG-SUBCAT ,shape ,Map Button ,Reset Button ,Text box-orders-SUBCAT. Please refer to the notes on this slide for details">
            <a:hlinkClick xmlns:r="http://schemas.openxmlformats.org/officeDocument/2006/relationships" xmlns:a="http://schemas.openxmlformats.org/drawingml/2006/main" r:id="RelId0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58831806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Exec Dashoboard</a:t>
            </a:r>
          </a:p>
        </p:txBody>
      </p:sp>
    </p:spTree>
    <p:clrMapOvr>
      <a:masterClrMapping xmlns:a="http://schemas.openxmlformats.org/drawingml/2006/main"/>
    </p:clrMapOvr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 Customer Button ,slicer ,azureMap , product Button , Dashboard Button ,azureMap ,shape ,Map Button. Please refer to the notes on this slide for details">
            <a:hlinkClick xmlns:r="http://schemas.openxmlformats.org/officeDocument/2006/relationships" xmlns:a="http://schemas.openxmlformats.org/drawingml/2006/main" r:id="RelId1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58831806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Map</a:t>
            </a:r>
          </a:p>
        </p:txBody>
      </p:sp>
    </p:spTree>
    <p:clrMapOvr>
      <a:masterClrMapping xmlns:a="http://schemas.openxmlformats.org/drawingml/2006/main"/>
    </p:clrMapOvr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Map Button , Dashboard Button , product Card ,Numerical paramater slicer ,lineChart ,Report summary ,area chart date - selction , Customer Button ,Monthly Orders vs. Target ,shape , product Button ,textbox ,Monthly Revenue vs. Target ,Monthly Profit  vs. Target ,Field pamter slicer. Please refer to the notes on this slide for details">
            <a:hlinkClick xmlns:r="http://schemas.openxmlformats.org/officeDocument/2006/relationships" xmlns:a="http://schemas.openxmlformats.org/drawingml/2006/main" r:id="RelId2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58831806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Details</a:t>
            </a:r>
          </a:p>
        </p:txBody>
      </p:sp>
    </p:spTree>
    <p:clrMapOvr>
      <a:masterClrMapping xmlns:a="http://schemas.openxmlformats.org/drawingml/2006/main"/>
    </p:clrMapOvr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Total Customers ,revenue by top customer card ,Top customer Card ,Top 100 Customers , Customer Button ,slicer ,slicer ,shape , Revenue  per customer Card , Orders by Income Level ,actionButton ,Reset Button ,textbox ,orders by top customers , product Button ,Unique Customer card ,Map Button , Dashboard Button ,textbox ,lineChart , Orders by Occupation ,shape ,shape ,textbox. Please refer to the notes on this slide for details">
            <a:hlinkClick xmlns:r="http://schemas.openxmlformats.org/officeDocument/2006/relationships" xmlns:a="http://schemas.openxmlformats.org/drawingml/2006/main" r:id="RelId3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58831807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Customer Details</a:t>
            </a:r>
          </a:p>
        </p:txBody>
      </p:sp>
    </p:spTree>
    <p:clrMapOvr>
      <a:masterClrMapping xmlns:a="http://schemas.openxmlformats.org/drawingml/2006/main"/>
    </p:clrMapOvr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Ask Questions About Business Performance. Please refer to the notes on this slide for details">
            <a:hlinkClick xmlns:r="http://schemas.openxmlformats.org/officeDocument/2006/relationships" xmlns:a="http://schemas.openxmlformats.org/drawingml/2006/main" r:id="RelId4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58831806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Q&amp;A</a:t>
            </a:r>
          </a:p>
        </p:txBody>
      </p:sp>
    </p:spTree>
    <p:clrMapOvr>
      <a:masterClrMapping xmlns:a="http://schemas.openxmlformats.org/drawingml/2006/main"/>
    </p:clrMapOvr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decompositionTreeVisual. Please refer to the notes on this slide for details">
            <a:hlinkClick xmlns:r="http://schemas.openxmlformats.org/officeDocument/2006/relationships" xmlns:a="http://schemas.openxmlformats.org/drawingml/2006/main" r:id="RelId5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58831806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Decomposition Tree</a:t>
            </a:r>
          </a:p>
        </p:txBody>
      </p:sp>
    </p:spTree>
    <p:clrMapOvr>
      <a:masterClrMapping xmlns:a="http://schemas.openxmlformats.org/drawingml/2006/main"/>
    </p:clrMapOvr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keyDriversVisual. Please refer to the notes on this slide for details">
            <a:hlinkClick xmlns:r="http://schemas.openxmlformats.org/officeDocument/2006/relationships" xmlns:a="http://schemas.openxmlformats.org/drawingml/2006/main" r:id="RelId6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58831806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Key Influencers</a:t>
            </a:r>
          </a:p>
        </p:txBody>
      </p:sp>
    </p:spTree>
    <p:clrMapOvr>
      <a:masterClrMapping xmlns:a="http://schemas.openxmlformats.org/drawingml/2006/main"/>
    </p:clrMapOvr>
  </p:cSld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27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Segoe UI Light</vt:lpstr>
      <vt:lpstr>Segoe UI Semibold</vt:lpstr>
      <vt:lpstr>Custom Design</vt:lpstr>
      <vt:lpstr>#Name of Power BI report#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Brian Butler</cp:lastModifiedBy>
  <cp:revision>4</cp:revision>
  <dcterms:created xsi:type="dcterms:W3CDTF">2016-09-04T11:54:55Z</dcterms:created>
  <dcterms:modified xsi:type="dcterms:W3CDTF">2020-11-25T15:29:01Z</dcterms:modified>
</cp:coreProperties>
</file>